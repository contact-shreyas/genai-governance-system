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GenAI Governance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for Higher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Executable &amp; Verifiable Governance for
Generative AI: A Policy-as-Code Framework
with Transparent Ledger &amp; Verified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5486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Key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09728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🔒  Policy-as-Code enforcement engine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⚖️  Auto conflict detection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🔍  Verified RAG Co-Pilot (citation-level)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📊  Privacy-preserving Transparency Ledger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🏛️  9 real university policies indexed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📄  IEEE research paper ready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🐳  Docker + FastAPI + Next.js stack</a:t>
            </a:r>
          </a:p>
          <a:p>
            <a:pPr algn="l">
              <a:lnSpc>
                <a:spcPts val="1800"/>
              </a:lnSpc>
            </a:pPr>
            <a:r>
              <a:rPr sz="1400">
                <a:solidFill>
                  <a:srgbClr val="333344"/>
                </a:solidFill>
              </a:rPr>
              <a:t>✅  75% production-ready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Contact: contact-shreyas   |   github.com/contact-shreyas/GenAI-GOVERNANCE-SYSTEM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Why do we need AI governance in higher education?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394960" cy="411480"/>
          </a:xfrm>
          <a:prstGeom prst="rect">
            <a:avLst/>
          </a:prstGeom>
          <a:solidFill>
            <a:srgbClr val="E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❗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GenAI adoption in education is outpacing policy infrastructure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Policies exist only as PDFs — unenforceable, inconsistent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Students unsure: 'Can I use ChatGPT for this assignment?'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Faculty write conflicting policies across courses/departments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No privacy-preserving audit trail of AI usage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Naive RAG chatbots hallucinate policy answers (~20% error rate)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No transparency — students don't know what was logged about them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Manual enforcement is error-prone (70-80% accuracy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18872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188720"/>
            <a:ext cx="5394960" cy="411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225296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Machine-executable policies authored via form templates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Automatic conflict detection across courses &amp; versions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Real-time enforcement: ALLOW / DENY / REQUIRE_JUSTIFICATION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Full decision trace &amp; audit trail for every evaluation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Verified RAG Co-Pilot: citation-level correctness (&gt;95% target)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Privacy-first ledger: metadata only, no PII, no content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Student-facing transparency dashboard</a:t>
            </a:r>
          </a:p>
          <a:p>
            <a:pPr algn="l">
              <a:lnSpc>
                <a:spcPts val="1600"/>
              </a:lnSpc>
            </a:pPr>
            <a:r>
              <a:rPr sz="1250">
                <a:solidFill>
                  <a:srgbClr val="333344"/>
                </a:solidFill>
              </a:rPr>
              <a:t>• Open-source, Docker-ready, reproducible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5661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D6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Four integrated components forming a complete governance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1325880"/>
            <a:ext cx="2560320" cy="43891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2560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D6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3716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Policy-as-Code
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Faculty form → JSON rules
Auto conflict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2286000" cy="2926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101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5264" y="1325880"/>
            <a:ext cx="2560320" cy="43891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280160"/>
            <a:ext cx="2560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280160"/>
            <a:ext cx="2560320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71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3716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Enforcement
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2860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f(policy, context) → Decision
ALLOW / DENY / JUSTIFY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291840"/>
            <a:ext cx="2286000" cy="2926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3101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9903" y="1325880"/>
            <a:ext cx="2560320" cy="43891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280160"/>
            <a:ext cx="2560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79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1371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0DA0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3716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
Ledger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2860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Metadata-only logging
Student &amp; admin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91840"/>
            <a:ext cx="2286000" cy="2926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3101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4544" y="1325880"/>
            <a:ext cx="2560320" cy="43891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1280160"/>
            <a:ext cx="2560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1280160"/>
            <a:ext cx="2560320" cy="1371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19" y="1371600"/>
            <a:ext cx="41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19" y="1371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13716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Verified RAG
Co-Pilot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2860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Policy Q&amp;A with citations
Hallucination detection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291840"/>
            <a:ext cx="2286000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33101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🔄 In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32918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77"/>
                </a:solidFill>
              </a:rPr>
              <a:t>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32918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77"/>
                </a:solidFill>
              </a:rPr>
              <a:t>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32918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77"/>
                </a:solidFill>
              </a:rPr>
              <a:t>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5989320"/>
            <a:ext cx="12188952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Tech Stack: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605332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Backend: Python 3.11 + FastAPI   |   Frontend: Next.js 14 + TypeScript   |   DB: PostgreSQL + SQLAlchemy   |   Infra: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End-to-end data flow from policy authoring to student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7455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2926080" cy="105156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6187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LAYER (Next.js 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Faculty Policy Form  |  Student Transparency Dashboard  |  Admin Analytics  |  Co-Pilot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77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1127455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292608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9631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API (FastAPI + Python 3.11)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5176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POST /api/policies/compile   POST /api/governance/decide   POST /api/copilot/ask   GET /api/transparency/my-logs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77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1127455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2926080" cy="1051560"/>
          </a:xfrm>
          <a:prstGeom prst="rect">
            <a:avLst/>
          </a:prstGeom>
          <a:solidFill>
            <a:srgbClr val="1A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8620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Policy Compiler  ◀▶  Enforcement Middleware  ◀▶  Transparency Ledger  ◀▶  RAG Co-Pilot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77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7455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92040"/>
            <a:ext cx="2926080" cy="1051560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6519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12064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PostgreSQL (policies, ai_use_logs, aggregates)   +   Vector Store (FAISS/Chroma for RAG)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188720"/>
            <a:ext cx="2743200" cy="4937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2344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Key Design
Principles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828800"/>
            <a:ext cx="2514600" cy="4023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Stateless decisions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Deterministic output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&lt;100ms latency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Full audit trail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No PII in logs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Immutable policies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Pseudonym rotation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Verified citations</a:t>
            </a:r>
          </a:p>
          <a:p>
            <a:pPr algn="l">
              <a:lnSpc>
                <a:spcPts val="1500"/>
              </a:lnSpc>
            </a:pPr>
            <a:r>
              <a:rPr sz="1100">
                <a:solidFill>
                  <a:srgbClr val="FFFFFF"/>
                </a:solidFill>
              </a:rPr>
              <a:t>◾ Open-source (MIT)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1: Policy-as-Code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Transforms faculty form input → machine-executable JSON rules with automatic conflict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09728"/>
            <a:ext cx="2011680" cy="2743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8" y="12801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FULLY IMPLEMENTED &amp;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21615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664208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① Faculty fills web form: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Course ID, policy title, description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Allowed actions (checkboxes)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Prohibited actions (checkboxes)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Disclosure settings, logging level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② Compiler processes input: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Canonicalizes action names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Validates against Pydantic schema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Detects conflicts (3 types)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Generates policy ID &amp; version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③ Output: Structured PolicyJSON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policy_id: 'course_cs101_genai_v1.0'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Allowed + prohibited rule sets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Obligation templates</a:t>
            </a:r>
          </a:p>
          <a:p>
            <a:pPr algn="l">
              <a:lnSpc>
                <a:spcPts val="1500"/>
              </a:lnSpc>
            </a:pPr>
            <a:r>
              <a:rPr sz="1150">
                <a:solidFill>
                  <a:srgbClr val="333344"/>
                </a:solidFill>
              </a:rPr>
              <a:t>   • Retention &amp; logging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188720"/>
            <a:ext cx="5394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188720"/>
            <a:ext cx="539496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1615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Types of Conflict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64208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1. Scope Overlap → Same course, different depts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2. Rule Contradiction → Allow X &amp; Deny X simultaneously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3. Version Conflict → v1.0 vs v2.0 active same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703320"/>
            <a:ext cx="53949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703320"/>
            <a:ext cx="539496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73075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Functions (compiler.py)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187952"/>
            <a:ext cx="5120640" cy="1965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0050AA"/>
                </a:solidFill>
              </a:rPr>
              <a:t>compile_policy_from_form(form) → PolicyJSON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50AA"/>
                </a:solidFill>
              </a:rPr>
              <a:t>detect_conflicts(new, existing) → ConflictReport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50AA"/>
                </a:solidFill>
              </a:rPr>
              <a:t>overlapping_scope(p1, p2) → bool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50AA"/>
                </a:solidFill>
              </a:rPr>
              <a:t>find_contradictions(policy) → List[Conflict]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50AA"/>
                </a:solidFill>
              </a:rPr>
              <a:t>find_internal_contradictions(policy) →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2: Enforcement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Stateless, deterministic policy evaluation with full decision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09728"/>
            <a:ext cx="2011680" cy="2743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8" y="12801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FULLY IMPLEMENTED &amp;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73152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07592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Core Decision Function:  f_policy(policy, context)  →  (decision, obligations, trace)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32004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3200400" cy="36576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5915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📥 Input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88920"/>
            <a:ext cx="3017520" cy="2377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course_id: 'CS101'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actor_role: 'student'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action: 'use_genai_brainstorm'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assessment_type: 'problem_set'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assessment_phase: 'drafting'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actor_id_pseudonym: 'psud_xyz'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33172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2331720"/>
            <a:ext cx="41148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35915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Decision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78892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1. Fetch active policy for course_id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2. Check override rules (accommodations)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3. Match action → allowed_actions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4. Match action → prohibited_actions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5. Resolve conflicts (prohibition wins)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6. Generate obligation list (disclosure)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7. Build complete audit trace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8. Log to Transparency Ledger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331720"/>
            <a:ext cx="3840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331720"/>
            <a:ext cx="3840480" cy="3657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35915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📤 Decision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78892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decision: 'ALLOW'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obligations: [{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  type: 'disclosure_required',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  template: 'I used [Tool]...'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}]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trace: { steps: [...],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  rules_matched: [...] }</a:t>
            </a:r>
          </a:p>
          <a:p>
            <a:pPr algn="l">
              <a:lnSpc>
                <a:spcPts val="1550"/>
              </a:lnSpc>
            </a:pPr>
            <a:r>
              <a:rPr sz="1150">
                <a:solidFill>
                  <a:srgbClr val="006000"/>
                </a:solidFill>
              </a:rPr>
              <a:t>policy_id: 'cs101_v1.0'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352044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5CD6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352044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5CD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3212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API Endpoints:   POST /api/governance/decide     POST /api/governance/explain     POST /api/v1/policy/evaluate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3: Transparency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Privacy-preserving metadata logging with student-facing and instructor-facing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09728"/>
            <a:ext cx="2011680" cy="2743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8" y="12801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✅ FULLY IMPLEMENTED &amp;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53949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188720"/>
            <a:ext cx="2606040" cy="3657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216152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What IS Logged (Safe)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188720"/>
            <a:ext cx="2606040" cy="365760"/>
          </a:xfrm>
          <a:prstGeom prst="rect">
            <a:avLst/>
          </a:prstGeom>
          <a:solidFill>
            <a:srgbClr val="E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216152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NOT Logged (Protected)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664208"/>
            <a:ext cx="2423160" cy="3154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course_id  ('CS101')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actor_id_pseudonym  (hashed)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action  ('use_genai_brainstorm')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assessment_type  ('problem_set')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policy_id  ('CS101_v1.0')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decision  ('ALLOW')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timestamp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006000"/>
                </a:solidFill>
              </a:rPr>
              <a:t>• retention_until  (90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664208"/>
            <a:ext cx="2423160" cy="3154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Student name / real ID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Assignment content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AI tool output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Learning outcomes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Behavior profiles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Interaction details</a:t>
            </a:r>
          </a:p>
          <a:p>
            <a:pPr algn="l">
              <a:lnSpc>
                <a:spcPts val="1600"/>
              </a:lnSpc>
            </a:pPr>
            <a:r>
              <a:rPr sz="1150">
                <a:solidFill>
                  <a:srgbClr val="E03030"/>
                </a:solidFill>
              </a:rPr>
              <a:t>• Performance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539496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🔐 Pseudonym rotation every 30 days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🗑️  90-day retention by default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🚫 Student opt-out capability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18872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188720"/>
            <a:ext cx="5394960" cy="36576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21615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🎓 Student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664208"/>
            <a:ext cx="5120640" cy="1600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GET /api/transparency/my-logs/{pseudonym}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→ 'You have 3 AI-use events logged'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→ Aggregated counts by action type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→ Link to policy in effect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→ Privacy commitment statement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611880"/>
            <a:ext cx="5394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611880"/>
            <a:ext cx="5394960" cy="365760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63931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👩‍🏫 Instructor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087368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333344"/>
                </a:solidFill>
              </a:rPr>
              <a:t>GET /api/transparency/course-analytics/{course_id}</a:t>
            </a:r>
          </a:p>
          <a:p>
            <a:pPr algn="l">
              <a:lnSpc>
                <a:spcPts val="1500"/>
              </a:lnSpc>
            </a:pPr>
            <a:r>
              <a:rPr sz="1200">
                <a:solidFill>
                  <a:srgbClr val="333344"/>
                </a:solidFill>
              </a:rPr>
              <a:t>→ Unique student count (anonymized)</a:t>
            </a:r>
          </a:p>
          <a:p>
            <a:pPr algn="l">
              <a:lnSpc>
                <a:spcPts val="1500"/>
              </a:lnSpc>
            </a:pPr>
            <a:r>
              <a:rPr sz="1200">
                <a:solidFill>
                  <a:srgbClr val="333344"/>
                </a:solidFill>
              </a:rPr>
              <a:t>→ Events grouped by action type</a:t>
            </a:r>
          </a:p>
          <a:p>
            <a:pPr algn="l">
              <a:lnSpc>
                <a:spcPts val="1500"/>
              </a:lnSpc>
            </a:pPr>
            <a:r>
              <a:rPr sz="1200">
                <a:solidFill>
                  <a:srgbClr val="333344"/>
                </a:solidFill>
              </a:rPr>
              <a:t>→ Active policy version info</a:t>
            </a:r>
          </a:p>
          <a:p>
            <a:pPr algn="l">
              <a:lnSpc>
                <a:spcPts val="1500"/>
              </a:lnSpc>
            </a:pPr>
            <a:r>
              <a:rPr sz="1200">
                <a:solidFill>
                  <a:srgbClr val="333344"/>
                </a:solidFill>
              </a:rPr>
              <a:t>→ No individual student identities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5669280"/>
            <a:ext cx="5394960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76072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Database Tables: ai_use_logs  |  ai_use_aggregates  |  student_transparency_view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4: Verified RAG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Policy Q&amp;A with citation-level correctness and hallucination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09728"/>
            <a:ext cx="246888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28016"/>
            <a:ext cx="245059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🔄 ENDPOINT READY – IMPL IN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2697480" cy="32004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61872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261872"/>
            <a:ext cx="2697480" cy="41148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2893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764792"/>
            <a:ext cx="2514600" cy="246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Vector embedding of policy docs
Semantic search (FAISS/Chroma)
Top-k relevant clauses retrieved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7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399" y="1298448"/>
            <a:ext cx="2697480" cy="32004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79" y="1261872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79" y="1261872"/>
            <a:ext cx="26974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2893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764792"/>
            <a:ext cx="2514600" cy="246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LLM generates answer from context
(OpenAI/Groq/local model)
Grounded in retrieved policy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77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1298448"/>
            <a:ext cx="2697480" cy="32004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261872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261872"/>
            <a:ext cx="2697480" cy="411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12893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1764792"/>
            <a:ext cx="2514600" cy="246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Citation correctness check
Entailment scoring (NLI model)
Consistency across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77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298448"/>
            <a:ext cx="2697480" cy="32004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1261872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1261872"/>
            <a:ext cx="2697480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12893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1764792"/>
            <a:ext cx="2514600" cy="246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answer + citations + score
confidence level flag
Requires human review if 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7315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617720"/>
            <a:ext cx="73152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45152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Verification Pipeline Detail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093208"/>
            <a:ext cx="70408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Citation Check: Does quoted text physically exist in source policy?  (&gt;95% accuracy target)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Entailment:  Does the answer logically follow from the cited clauses?  (NLI model score)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Consistency:  Does answer contradict any other active policy document?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Uncertainty:  Low confidence (&lt;0.7) → flag 'Ask your administrator'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617720"/>
            <a:ext cx="4114800" cy="1965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464515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Quality Targets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074920"/>
            <a:ext cx="3840480" cy="1417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Citation Correctness: &gt;95%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Answer Correctness:   &gt;90%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Hallucination Rate:   &lt;5%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FFFFFF"/>
                </a:solidFill>
              </a:rPr>
              <a:t>Baseline (naive RAG): ~65% / ~20%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 &amp;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Production-grade, open-source stack built for reproducibility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749039" cy="23317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74903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749039" cy="36576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710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69164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Python 3.11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FastAPI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SQLAlchemy ORM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Alembic migrations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Pydantic v2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Pytest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280160"/>
            <a:ext cx="3749039" cy="23317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234440"/>
            <a:ext cx="374903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234440"/>
            <a:ext cx="3749039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710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9164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Next.js 14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TypeScript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Tailwind CSS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pnpm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Vitest tests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shadcn/ui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280160"/>
            <a:ext cx="3749039" cy="23317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1234440"/>
            <a:ext cx="374903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1234440"/>
            <a:ext cx="3749039" cy="3657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27101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169164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PostgreSQL (prod)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SQLite (dev)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JSONB for policies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UUID keys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Indexed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94759"/>
            <a:ext cx="3749039" cy="23317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374903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3749039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785615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20624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Docker Compose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Redis (caching)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Alembic migrations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GitHub Actions CI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Makefile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3794759"/>
            <a:ext cx="3749039" cy="23317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3749039"/>
            <a:ext cx="374903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33672" y="3749039"/>
            <a:ext cx="3749039" cy="365760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785615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AI/ML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0624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FAISS / Chroma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LangChain / LlamaIndex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OpenAI / Groq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NLI Entailment</a:t>
            </a:r>
          </a:p>
          <a:p>
            <a:pPr algn="l">
              <a:lnSpc>
                <a:spcPts val="1550"/>
              </a:lnSpc>
            </a:pPr>
            <a:r>
              <a:rPr sz="1200">
                <a:solidFill>
                  <a:srgbClr val="333344"/>
                </a:solidFill>
              </a:rPr>
              <a:t>• Hypothesis (prop tests)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17920"/>
            <a:ext cx="12188952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3,500+ lines of code   |   8 API endpoints   |   15+ test files   |   10+ Pydantic models   |   9 university policies   |   MIT License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Endpoints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8 REST endpoints with Swagger/OpenAPI documentation at 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685800" cy="585216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307592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258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/api/policies/compile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344168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Compile faculty form → PolicyJSON. Returns policy_id, conflicts, warnings.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92808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892808"/>
            <a:ext cx="685800" cy="585216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1965960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8424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/api/policies/{policy_id}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02536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Retrieve a specific compiled policy by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51176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551176"/>
            <a:ext cx="685800" cy="585216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624328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4261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/api/policies?course_id=...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60904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List all policies for a course (active and historical).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9544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209544"/>
            <a:ext cx="685800" cy="58521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3282696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30098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/api/governance/decide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19272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Runtime decision: ALLOW / DENY / REQUIRE_JUSTIFICATION + trace.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67912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67912"/>
            <a:ext cx="685800" cy="58521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941064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95935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/api/governance/explain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977640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Human-readable explanation of why an action is allowed/denied.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79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526279"/>
            <a:ext cx="685800" cy="585216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4599431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617719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/api/transparency/my-logs/{pseudonym}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636007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Student: view own aggregated AI-use logs (no PII).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84648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184648"/>
            <a:ext cx="685800" cy="585216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" y="5257800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27608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/api/transparency/course-analytics/{course_id}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294376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Instructor: aggregated course analytics (no student identities).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843016"/>
            <a:ext cx="116128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843016"/>
            <a:ext cx="685800" cy="585216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" y="5916168"/>
            <a:ext cx="621792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93445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/api/copilot/ask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952744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RAG Co-Pilot: answer policy question with citations and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Datasets &amp; Research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Curated real-world policy corpus + expert-annotated benchmarks for rigorous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07008"/>
            <a:ext cx="3749039" cy="32918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374903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70432"/>
            <a:ext cx="3749039" cy="384048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19786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645920"/>
            <a:ext cx="352044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9 real university policies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MIT, Stanford, UC Berkeley,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Cornell, Harvard, Yale,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Cambridge, Oxford, IIT Delhi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Cleaned &amp; schemaified JSON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Public retrieval URLs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207008"/>
            <a:ext cx="3749039" cy="32918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170432"/>
            <a:ext cx="374903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170432"/>
            <a:ext cx="3749039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19786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Q&amp;A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52044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80–100 policy questions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Expert-annotated gold answers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2 raters, Cohen's κ &gt;0.70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Includes citing clauses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Train / test split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For RAG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207008"/>
            <a:ext cx="3749039" cy="32918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1170432"/>
            <a:ext cx="3749039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1170432"/>
            <a:ext cx="3749039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19786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Enforcement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1645920"/>
            <a:ext cx="352044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40–50 test cases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Allowed, Denied, Override,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Conflict, Ambiguous cases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Gold decisions for accuracy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Role + phase combinations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Property-based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11612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1161288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45152"/>
            <a:ext cx="113385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Metrics &amp;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206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D6"/>
                </a:solidFill>
              </a:rPr>
              <a:t>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206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D6"/>
                </a:solidFill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120640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D6"/>
                </a:solidFill>
              </a:rPr>
              <a:t>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120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D6"/>
                </a:solidFill>
              </a:rPr>
              <a:t>Approach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68112"/>
            <a:ext cx="11612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4864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Enforcement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48640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C653"/>
                </a:solidFill>
              </a:rPr>
              <a:t>&gt;90%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486400"/>
            <a:ext cx="2468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Manual: 70–80%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48640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Policy-as-Code decision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42432"/>
            <a:ext cx="11612880" cy="256032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607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Conflict Detection F1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76072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C653"/>
                </a:solidFill>
              </a:rPr>
              <a:t>&gt;0.85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760720"/>
            <a:ext cx="2468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None (manual)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76072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Scope + rule + version checks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016752"/>
            <a:ext cx="11612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3504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Citation Correctness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603504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C653"/>
                </a:solidFill>
              </a:rPr>
              <a:t>&gt;95%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6035040"/>
            <a:ext cx="2468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Naive RAG: ~75%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603504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Verified RAG pipeline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291072"/>
            <a:ext cx="11612880" cy="256032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30936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Hallucination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630936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C653"/>
                </a:solidFill>
              </a:rPr>
              <a:t>&lt;5%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6309360"/>
            <a:ext cx="2468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Naive RAG: ~20%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630936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Entailment + consistency 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Build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75% production-ready — 3 of 4 core components fully implemented and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8709659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2618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75% 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1911095"/>
            <a:ext cx="5623560" cy="22402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874519"/>
            <a:ext cx="56235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874519"/>
            <a:ext cx="5623560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911095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Policy-as-Code 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38527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377439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Form → JSON compilation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3-type conflict detection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Schema validation (Pydantic)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Tests: 3 test files passing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911095"/>
            <a:ext cx="5623560" cy="22402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74519"/>
            <a:ext cx="56235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874519"/>
            <a:ext cx="5623560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911095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Enforcement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38527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377439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ALLOW/DENY/JUSTIFY decisions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Full audit trace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Role + phase matching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Tests: 3 test files passing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" y="4288536"/>
            <a:ext cx="5623560" cy="22402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251960"/>
            <a:ext cx="56235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251960"/>
            <a:ext cx="5623560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28853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3159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75488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Metadata-only logging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Pseudonymous tracking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Student &amp; admin dashboards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Tests: 3 test files passing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4288536"/>
            <a:ext cx="5623560" cy="224028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251960"/>
            <a:ext cx="56235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251960"/>
            <a:ext cx="562356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28853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Verified RAG Co-Pilot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3159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🔄 IN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75488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Endpoint exists (/api/copilot/ask)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Vector retrieval: TODO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LLM integration: TODO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• ETA: 2-3 days 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3,500+ lines code   |   15+ test files   |   8 API endpoints   |   Docker-ready   |   Swagger docs at /docs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Ethics, Privacy &amp; 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Privacy-by-design principles + IEEE conference paper targeting FAccT / SIGCSE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394960" cy="384048"/>
          </a:xfrm>
          <a:prstGeom prst="rect">
            <a:avLst/>
          </a:prstGeom>
          <a:solidFill>
            <a:srgbClr val="6A0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16152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Privacy &amp; Ethics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5166360" cy="457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No Student PII: salted-hash pseudonyms only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Content-free Logging: action type + timestamp only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Opt-out: students can disable logging at any time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90-day Retention: configurable per institution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Access Controls: only admins see aggregated data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Bias Audit: demographic-neutral synthetic test cases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Disparate Impact Analysis: in paper appendix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Student Transparency: see own logs at any time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Open-Source: all code MIT licensed on GitHub</a:t>
            </a:r>
          </a:p>
          <a:p>
            <a:pPr algn="l">
              <a:lnSpc>
                <a:spcPts val="1650"/>
              </a:lnSpc>
            </a:pPr>
            <a:r>
              <a:rPr sz="1250">
                <a:solidFill>
                  <a:srgbClr val="333344"/>
                </a:solidFill>
              </a:rPr>
              <a:t>✅ Reproducible: Docker + evaluation scripts included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18872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188720"/>
            <a:ext cx="5394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216152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IEEE Research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691640"/>
            <a:ext cx="5166360" cy="457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Title: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Policy-as-Code Governance for GenAI in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Higher Education: A Verified RAG System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with Privacy-Preserving Transparency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/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Format:  IEEE Conference (IEEEtran class)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Length:  9 pages + 60 verified references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Status:  LaTeX source complete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/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Sections: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Abstract (192 words)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Introduction + Related Work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Problem Formulation (formal model)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System Design (4 components)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Evaluation Methodology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Results (TODO: benchmark run)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Discussion + Conclusion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/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Target Venues:</a:t>
            </a:r>
          </a:p>
          <a:p>
            <a:pPr algn="l">
              <a:lnSpc>
                <a:spcPts val="1450"/>
              </a:lnSpc>
            </a:pPr>
            <a:r>
              <a:rPr sz="1150">
                <a:solidFill>
                  <a:srgbClr val="333344"/>
                </a:solidFill>
              </a:rPr>
              <a:t>  FAccT 2026  |  SIGCSE 2026  |  ASEE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From current 75% to full publication-ready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476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GenAI Governance System for Higher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DD"/>
                </a:solidFill>
              </a:rPr>
              <a:t>14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188720"/>
            <a:ext cx="548640" cy="5486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105156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61872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+3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1901952"/>
            <a:ext cx="3749039" cy="46634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865376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865376"/>
            <a:ext cx="3749039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892807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100% System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40864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Implement RAG vector retrieval (FAISS/Chroma)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Integrate LLM (OpenAI/Groq API)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Build citation verification pipeline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Add entailment scoring (NLI model)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End-to-end RAG tests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Full system integration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402336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77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188720"/>
            <a:ext cx="105156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261872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+2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1901952"/>
            <a:ext cx="3749039" cy="46634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1865376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1865376"/>
            <a:ext cx="3749039" cy="384048"/>
          </a:xfrm>
          <a:prstGeom prst="rect">
            <a:avLst/>
          </a:prstGeom>
          <a:solidFill>
            <a:srgbClr val="1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1892807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Research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2340864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IRB ethics approval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Faculty usability study (N=12)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Student transparency RCT (N=50)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RAG benchmark evaluation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Enforcement accuracy testing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Statistical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402336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6677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1188720"/>
            <a:ext cx="548640" cy="5486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188720"/>
            <a:ext cx="105156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261872"/>
            <a:ext cx="10515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+1 Month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5" y="1901952"/>
            <a:ext cx="3749039" cy="466344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865376"/>
            <a:ext cx="3749039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865376"/>
            <a:ext cx="3749039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892807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Publication Ready 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340864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Update paper results section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Add benchmark tables &amp; figures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Final proofread &amp; formatting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Submit to FAccT/SIGCSE 2026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GitHub public release</a:t>
            </a:r>
          </a:p>
          <a:p>
            <a:pPr algn="l">
              <a:lnSpc>
                <a:spcPts val="1600"/>
              </a:lnSpc>
            </a:pPr>
            <a:r>
              <a:rPr sz="1200">
                <a:solidFill>
                  <a:srgbClr val="333344"/>
                </a:solidFill>
              </a:rPr>
              <a:t>✓ Reproducible artifact bundle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GenAI Governance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for Higher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01752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3/4 Components
Built &amp; Tested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8036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7180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1752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Privacy-First
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88036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297180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9 Real University
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0624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97679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4340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IEEE Paper
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420624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297679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34340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Docker
Deployable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206240"/>
            <a:ext cx="3017520" cy="10972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4297679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4340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MIT License
Open-Source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</a:rPr>
              <a:t>github.com/contact-shreyas/GenAI-GOVERNANCE-SYSTEM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